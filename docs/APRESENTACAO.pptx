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da apresentação (Atividade Unidade 03 - LP1/UFRN).
Renderize com a extensão "Marp for VS Code" (exporta PDF/PPTX) ou leia como
markdown. Cada slide tem uma seção "Notas:" com as falas para justificar as
decisões de modelagem (parte avaliada do trabalho).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Locadora de Veículos — POO</dc:title>
  <dc:subject>PptxGenJS Presentation</dc:subject>
  <dc:creator>Created by Marp</dc:creator>
  <cp:lastModifiedBy>Created by Marp</cp:lastModifiedBy>
  <cp:revision>1</cp:revision>
  <dcterms:created xsi:type="dcterms:W3CDTF">2026-06-29T22:39:53Z</dcterms:created>
  <dcterms:modified xsi:type="dcterms:W3CDTF">2026-06-29T22:39:53Z</dcterms:modified>
</cp:coreProperties>
</file>